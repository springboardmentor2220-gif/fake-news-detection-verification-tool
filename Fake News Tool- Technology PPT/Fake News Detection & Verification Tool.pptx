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15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25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68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07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5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58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04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92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83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71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0641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389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268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549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52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7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EBA57-D7B7-4F0A-A7F7-9B97237B80E5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7470CD6-4987-47ED-9777-C327FEC57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8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3145-EABE-45F6-785A-89B3DDFF1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Fake News Detection &amp; Verification Tool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894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AF21-F3F3-FFC0-95BD-73EA20AB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E692-A63B-5F3D-5732-D03A4BFD3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rapid spread of misinformation on social media threatens public trust, safety &amp; democracy.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Manual fact-checking is slow and cannot scale in real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AI-powered detection provides automated, accurate, fast credibility assessment.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project uses </a:t>
            </a:r>
            <a:r>
              <a:rPr lang="en-GB" b="1" dirty="0"/>
              <a:t>NLP, Transformers, Deep Learning, and Fact-Checking APIs</a:t>
            </a:r>
            <a:r>
              <a:rPr lang="en-GB" dirty="0"/>
              <a:t> to </a:t>
            </a:r>
            <a:r>
              <a:rPr lang="en-GB" dirty="0" err="1"/>
              <a:t>analyze</a:t>
            </a:r>
            <a:r>
              <a:rPr lang="en-GB" dirty="0"/>
              <a:t> news and verify claims.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C0E6-BAFF-56A6-383B-335C54B9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0901-1476-1065-16D1-0E6329E14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Fake news spreads faster than verified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Affects elections, health decisions, public safety, and economy.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unified tool to classify, verify, and explain misinformation.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Need for automated, explainable, scalable detection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95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8FA9-1EC8-498C-EEAB-8FB5697F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Project Objectives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04812-15AF-06F4-7BBB-F819DA23C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Build an AI tool to classify news as </a:t>
            </a:r>
            <a:r>
              <a:rPr lang="en-GB" b="1" dirty="0"/>
              <a:t>Real, Suspicious, Fake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/>
              <a:t>real-time claim verification</a:t>
            </a:r>
            <a:r>
              <a:rPr lang="en-GB" dirty="0"/>
              <a:t> using trusted APIs.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Provide </a:t>
            </a:r>
            <a:r>
              <a:rPr lang="en-GB" b="1" dirty="0"/>
              <a:t>Explainable AI</a:t>
            </a:r>
            <a:r>
              <a:rPr lang="en-GB" dirty="0"/>
              <a:t> by highlighting suspicious phrases.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Support multilingual inputs and user-friendly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273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F689-0D34-B354-7433-391396C0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62E1-51B1-5986-A8E1-86FD4CE8F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1. NLP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Tokenization, </a:t>
            </a:r>
            <a:r>
              <a:rPr lang="en-IN" dirty="0" err="1"/>
              <a:t>Stopword</a:t>
            </a:r>
            <a:r>
              <a:rPr lang="en-IN" dirty="0"/>
              <a:t> removal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Lemmatization (</a:t>
            </a:r>
            <a:r>
              <a:rPr lang="en-IN" dirty="0" err="1"/>
              <a:t>spaCy</a:t>
            </a:r>
            <a:r>
              <a:rPr lang="en-IN" dirty="0"/>
              <a:t>, NLTK)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Named Entity Recognition (NER)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Dependency Parsing</a:t>
            </a:r>
          </a:p>
          <a:p>
            <a:r>
              <a:rPr lang="en-IN" b="1" dirty="0"/>
              <a:t>2. Machine Learning / 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Transformer models: </a:t>
            </a:r>
            <a:r>
              <a:rPr lang="en-IN" b="1" dirty="0"/>
              <a:t>BERT, </a:t>
            </a:r>
            <a:r>
              <a:rPr lang="en-IN" b="1" dirty="0" err="1"/>
              <a:t>RoBERTa</a:t>
            </a:r>
            <a:r>
              <a:rPr lang="en-IN" b="1" dirty="0"/>
              <a:t>, </a:t>
            </a:r>
            <a:r>
              <a:rPr lang="en-IN" b="1" dirty="0" err="1"/>
              <a:t>DistilBERT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Fine-tuning for classification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02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8589-0BC8-8624-D294-1E192B4F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9D46-C534-64A7-E1F6-F790C8D05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3. APIs &amp; 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Fact Check Tools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PolitiFact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SQL / NoSQL storage</a:t>
            </a:r>
          </a:p>
          <a:p>
            <a:r>
              <a:rPr lang="en-IN" b="1" dirty="0"/>
              <a:t>4. Web &amp; Backend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Flask / </a:t>
            </a:r>
            <a:r>
              <a:rPr lang="en-IN" dirty="0" err="1"/>
              <a:t>FastAPI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JWT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Docker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22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A48A0-73EB-D9AC-B48E-1333E792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System Outcomes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091FD-AA79-FD16-6630-FCDA83161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Automated detection with probability score (0–1).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Real-time verification of factual claims.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Explainable results with highlighted keywords.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Source credibility scoring.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Multilingual misinformation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Interactive dashboard for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7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E2F5-6B9E-206C-EFAA-6014EBA6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707E3-DF04-9D41-9CF9-D29214ABA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Module 1 — User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Registration, login, JWT security</a:t>
            </a:r>
          </a:p>
          <a:p>
            <a:r>
              <a:rPr lang="en-IN" b="1" dirty="0"/>
              <a:t>Module 2 — Input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Text upload / URL fetch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Preprocessing pipeline</a:t>
            </a:r>
          </a:p>
          <a:p>
            <a:r>
              <a:rPr lang="en-IN" b="1" dirty="0"/>
              <a:t>Module 3 — NLP &amp; Feature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NER, POS tagging, Lemmatization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310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6355-741D-0019-1BA5-5A969838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454E-D56F-C4A9-3CE7-A538DAFA1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Module 4 — Classification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Transformer-based fake news classifier</a:t>
            </a:r>
          </a:p>
          <a:p>
            <a:r>
              <a:rPr lang="en-IN" b="1" dirty="0"/>
              <a:t>Module 5 — Claim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Fact-checking API integration</a:t>
            </a:r>
          </a:p>
          <a:p>
            <a:r>
              <a:rPr lang="en-IN" b="1" dirty="0"/>
              <a:t>Module 6 — Explainability &amp;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Suspicious text highlighting</a:t>
            </a:r>
          </a:p>
          <a:p>
            <a:r>
              <a:rPr lang="en-IN" b="1" dirty="0"/>
              <a:t>Module 7 — Admin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 sources and monitor usage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60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814D-0FCD-2AFE-3ACD-BC2733B5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Technology Analysis (Detailed)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A4154-9CCD-1CA1-E6FB-4A0A0ED12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Why Transformers?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Perform well in misinformation detection</a:t>
            </a:r>
          </a:p>
          <a:p>
            <a:r>
              <a:rPr lang="en-GB" b="1" dirty="0"/>
              <a:t>Why Fact-Checking APIs?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Real-time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Reliable, trusted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Automated claim matching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55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13FE-342C-BD23-7492-07F5A2C5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Technology Analysis (Detailed)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A2DD2-A859-FDE0-0070-ACA538F02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Sarcasm &amp; irony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Domain-specific misinformation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Low-resource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Delayed fact-checking data</a:t>
            </a:r>
          </a:p>
          <a:p>
            <a:r>
              <a:rPr lang="en-GB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Faster than human fact-checking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Explainable &amp; transparent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07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F74A-FBC3-399A-4105-3A3E0B34A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Architecture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AFCD4-4B74-425E-89B1-2FDC8CD9D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dirty="0"/>
              <a:t>Include diagram showing: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→ Preprocessing → NLP → Classifier → Claim Verification → Dashboard</a:t>
            </a:r>
            <a:br>
              <a:rPr lang="en-IN" dirty="0"/>
            </a:br>
            <a:r>
              <a:rPr lang="en-IN" dirty="0"/>
              <a:t>(based on PDF content)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6E504-F19F-C0BD-74AE-E4A08A6E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017" y="3830652"/>
            <a:ext cx="4093436" cy="27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65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D6095-F259-321E-8FE1-4C8CC543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Database / Schema Overview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1BCF0-CB59-EE32-A972-CA83628C3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Articles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Processed Text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Entities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Verification Results 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73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22D2-3A25-4D7C-A807-A8771240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56481-C41D-31A1-5B23-3E99FC9FA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AI-powered Fake News Detection is essential in the digital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Combines </a:t>
            </a:r>
            <a:r>
              <a:rPr lang="en-GB" b="1" dirty="0"/>
              <a:t>NLP + Deep Learning + Fact Verification</a:t>
            </a:r>
            <a:r>
              <a:rPr lang="en-GB" dirty="0"/>
              <a:t> to ensure content integrity.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Helps build a safer, more informed digital society.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1196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</TotalTime>
  <Words>474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Fake News Detection &amp; Verification Tool</vt:lpstr>
      <vt:lpstr>Introduction </vt:lpstr>
      <vt:lpstr>Problem Statement </vt:lpstr>
      <vt:lpstr>Project Objectives </vt:lpstr>
      <vt:lpstr>Technologies Used </vt:lpstr>
      <vt:lpstr>Technologies Used</vt:lpstr>
      <vt:lpstr>System Outcomes </vt:lpstr>
      <vt:lpstr>Module Overview </vt:lpstr>
      <vt:lpstr>Module Overview</vt:lpstr>
      <vt:lpstr>Technology Analysis (Detailed) </vt:lpstr>
      <vt:lpstr>Technology Analysis (Detailed) </vt:lpstr>
      <vt:lpstr>Architecture Diagram</vt:lpstr>
      <vt:lpstr>Database / Schema Overview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VIGNESH-HOME</dc:creator>
  <cp:lastModifiedBy>VIGNESH-HOME</cp:lastModifiedBy>
  <cp:revision>2</cp:revision>
  <dcterms:created xsi:type="dcterms:W3CDTF">2025-12-06T10:51:48Z</dcterms:created>
  <dcterms:modified xsi:type="dcterms:W3CDTF">2025-12-06T12:01:11Z</dcterms:modified>
</cp:coreProperties>
</file>